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2053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brave-quirky-ritchie/mnt/Project/Report/ATU Logos-20260416/ATU-Logo-Full-RGB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74320"/>
            <a:ext cx="164592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Reinforcement Learning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Hide-and-Seek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3200400" y="2788920"/>
            <a:ext cx="274320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" name="Text 3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Cathal Hardy  |  G00424572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3337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Brian O'Shea  |  Atlantic Technological University  |  2025/2026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7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of Engineering (Honours) in Software &amp; Electronic Engineering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64592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828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Hide-and-Seek?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4572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OpenAI's 2019 research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43891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OpenAI's 2019 paper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"Emergent Tool Use from Multi-Agent Interaction" showed agents developing complex strategies through competition alone, no explicit programming.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interesting: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Seekers learned to chase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Hiders learned to build walls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Seekers learned to use ramps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side adapted to the other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scaled-down version using Godot + Python RL, running on a standard PC.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120640" y="1691640"/>
            <a:ext cx="3657600" cy="2926080"/>
          </a:xfrm>
          <a:prstGeom prst="rect">
            <a:avLst/>
          </a:prstGeom>
          <a:solidFill>
            <a:srgbClr val="E8EDF5"/>
          </a:solidFill>
          <a:ln w="12700">
            <a:solidFill>
              <a:srgbClr val="C0CADB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9" name="Text 7"/>
          <p:cNvSpPr/>
          <p:nvPr/>
        </p:nvSpPr>
        <p:spPr>
          <a:xfrm>
            <a:off x="5120640" y="169164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373A6E0-8C45-E9ED-A126-41F5D007F7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9140" y="1664208"/>
            <a:ext cx="3940600" cy="29535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645920" cy="256032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828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All Fits Together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4572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Godot 4  ↔  TCP Bridge  ↔  Python / SB3</a:t>
            </a:r>
            <a:endParaRPr lang="en-US" sz="1400" dirty="0"/>
          </a:p>
        </p:txBody>
      </p:sp>
      <p:pic>
        <p:nvPicPr>
          <p:cNvPr id="7" name="Image 0" descr="/sessions/brave-quirky-ritchie/mnt/Project/Report/figure3-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0" y="1691640"/>
            <a:ext cx="5486400" cy="23774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4206240"/>
            <a:ext cx="2286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9" name="Text 6"/>
          <p:cNvSpPr/>
          <p:nvPr/>
        </p:nvSpPr>
        <p:spPr>
          <a:xfrm>
            <a:off x="457200" y="42245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Godot 4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4480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engine - physics, agents, reward calc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74720" y="4206240"/>
            <a:ext cx="2286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2" name="Text 9"/>
          <p:cNvSpPr/>
          <p:nvPr/>
        </p:nvSpPr>
        <p:spPr>
          <a:xfrm>
            <a:off x="3474720" y="42245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58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TCP Bridge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474720" y="4480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messages: reset / step commands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492240" y="4206240"/>
            <a:ext cx="2286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5" name="Text 12"/>
          <p:cNvSpPr/>
          <p:nvPr/>
        </p:nvSpPr>
        <p:spPr>
          <a:xfrm>
            <a:off x="6492240" y="42245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/ SB3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92240" y="4480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training, GodotEnv wrapper, Gymnasium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64592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828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Game Environment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4572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Godot 4 - headless during training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6794" y="1691640"/>
            <a:ext cx="4114800" cy="2743200"/>
          </a:xfrm>
          <a:prstGeom prst="rect">
            <a:avLst/>
          </a:prstGeom>
          <a:solidFill>
            <a:srgbClr val="E8EDF5"/>
          </a:solidFill>
          <a:ln w="12700">
            <a:solidFill>
              <a:srgbClr val="C0CADB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6916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0" name="Shape 8"/>
          <p:cNvSpPr/>
          <p:nvPr/>
        </p:nvSpPr>
        <p:spPr>
          <a:xfrm>
            <a:off x="4846320" y="1691640"/>
            <a:ext cx="54864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1" name="Text 9"/>
          <p:cNvSpPr/>
          <p:nvPr/>
        </p:nvSpPr>
        <p:spPr>
          <a:xfrm>
            <a:off x="4937760" y="1691640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60720" y="169164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20×20m flat arena with boundary walls and internal obstacles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224028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4" name="Shape 12"/>
          <p:cNvSpPr/>
          <p:nvPr/>
        </p:nvSpPr>
        <p:spPr>
          <a:xfrm>
            <a:off x="4846320" y="2240280"/>
            <a:ext cx="54864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5" name="Text 13"/>
          <p:cNvSpPr/>
          <p:nvPr/>
        </p:nvSpPr>
        <p:spPr>
          <a:xfrm>
            <a:off x="4937760" y="2240280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60720" y="224028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Seeker (red) chases Hider (blue) - 3D models via Rodin AI + Mixamo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2788920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8" name="Shape 16"/>
          <p:cNvSpPr/>
          <p:nvPr/>
        </p:nvSpPr>
        <p:spPr>
          <a:xfrm>
            <a:off x="4846320" y="2788920"/>
            <a:ext cx="54864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9" name="Text 17"/>
          <p:cNvSpPr/>
          <p:nvPr/>
        </p:nvSpPr>
        <p:spPr>
          <a:xfrm>
            <a:off x="4937760" y="2788920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60720" y="278892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1100" dirty="0"/>
              <a:t>velocity, facing direction, self position, 16 LIDAR rays, 23 vision cone rays, opponent features when visible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341071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2" name="Shape 20"/>
          <p:cNvSpPr/>
          <p:nvPr/>
        </p:nvSpPr>
        <p:spPr>
          <a:xfrm>
            <a:off x="4837176" y="3410712"/>
            <a:ext cx="54864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3" name="Text 21"/>
          <p:cNvSpPr/>
          <p:nvPr/>
        </p:nvSpPr>
        <p:spPr>
          <a:xfrm>
            <a:off x="4937760" y="3337560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60720" y="333756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discrete actions: forward, backward, turn left, turn right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395935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6" name="Shape 24"/>
          <p:cNvSpPr/>
          <p:nvPr/>
        </p:nvSpPr>
        <p:spPr>
          <a:xfrm>
            <a:off x="4846320" y="3959352"/>
            <a:ext cx="54864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7" name="Text 25"/>
          <p:cNvSpPr/>
          <p:nvPr/>
        </p:nvSpPr>
        <p:spPr>
          <a:xfrm>
            <a:off x="4937760" y="3886200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60720" y="388620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Distance-delta shaping + catch bonus (+10) or timeout penalty (−5)</a:t>
            </a:r>
            <a:endParaRPr lang="en-US" sz="11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8BD2B19-EE78-87AA-8F9D-3521DAC90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91640"/>
            <a:ext cx="4162575" cy="27484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2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645920" cy="2560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Pipeline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learning - 5 stages from simple to adversarial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1554480" cy="2560320"/>
          </a:xfrm>
          <a:prstGeom prst="rect">
            <a:avLst/>
          </a:prstGeom>
          <a:solidFill>
            <a:srgbClr val="1E3A6E"/>
          </a:solidFill>
          <a:ln w="254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1554480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Fixed Spawns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6974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steps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pursuit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20240" y="3063240"/>
            <a:ext cx="137160" cy="45720"/>
          </a:xfrm>
          <a:prstGeom prst="rect">
            <a:avLst/>
          </a:prstGeom>
          <a:solidFill>
            <a:srgbClr val="8BA3C7"/>
          </a:solidFill>
          <a:ln w="12700">
            <a:solidFill>
              <a:srgbClr val="8BA3C7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2" name="Shape 10"/>
          <p:cNvSpPr/>
          <p:nvPr/>
        </p:nvSpPr>
        <p:spPr>
          <a:xfrm>
            <a:off x="2103120" y="1828800"/>
            <a:ext cx="1554480" cy="2560320"/>
          </a:xfrm>
          <a:prstGeom prst="rect">
            <a:avLst/>
          </a:prstGeom>
          <a:solidFill>
            <a:srgbClr val="1E3A6E"/>
          </a:solidFill>
          <a:ln w="254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3" name="Shape 11"/>
          <p:cNvSpPr/>
          <p:nvPr/>
        </p:nvSpPr>
        <p:spPr>
          <a:xfrm>
            <a:off x="2103120" y="1828800"/>
            <a:ext cx="1554480" cy="3200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/>
          <p:nvPr/>
        </p:nvSpPr>
        <p:spPr>
          <a:xfrm>
            <a:off x="2103120" y="1828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03120" y="2194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Spawns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03120" y="26974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300k steps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0" y="3063240"/>
            <a:ext cx="137160" cy="45720"/>
          </a:xfrm>
          <a:prstGeom prst="rect">
            <a:avLst/>
          </a:prstGeom>
          <a:solidFill>
            <a:srgbClr val="8BA3C7"/>
          </a:solidFill>
          <a:ln w="12700">
            <a:solidFill>
              <a:srgbClr val="8BA3C7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8" name="Shape 16"/>
          <p:cNvSpPr/>
          <p:nvPr/>
        </p:nvSpPr>
        <p:spPr>
          <a:xfrm>
            <a:off x="3840480" y="1828800"/>
            <a:ext cx="1554480" cy="2560320"/>
          </a:xfrm>
          <a:prstGeom prst="rect">
            <a:avLst/>
          </a:prstGeom>
          <a:solidFill>
            <a:srgbClr val="1E3A6E"/>
          </a:solidFill>
          <a:ln w="254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9" name="Shape 17"/>
          <p:cNvSpPr/>
          <p:nvPr/>
        </p:nvSpPr>
        <p:spPr>
          <a:xfrm>
            <a:off x="3840480" y="1828800"/>
            <a:ext cx="155448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/>
          <p:nvPr/>
        </p:nvSpPr>
        <p:spPr>
          <a:xfrm>
            <a:off x="3840480" y="1828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0480" y="2194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Walls + Obs.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40480" y="26974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600k steps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94960" y="3063240"/>
            <a:ext cx="137160" cy="45720"/>
          </a:xfrm>
          <a:prstGeom prst="rect">
            <a:avLst/>
          </a:prstGeom>
          <a:solidFill>
            <a:srgbClr val="8BA3C7"/>
          </a:solidFill>
          <a:ln w="12700">
            <a:solidFill>
              <a:srgbClr val="8BA3C7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4" name="Shape 22"/>
          <p:cNvSpPr/>
          <p:nvPr/>
        </p:nvSpPr>
        <p:spPr>
          <a:xfrm>
            <a:off x="5577840" y="1828800"/>
            <a:ext cx="1554480" cy="2560320"/>
          </a:xfrm>
          <a:prstGeom prst="rect">
            <a:avLst/>
          </a:prstGeom>
          <a:solidFill>
            <a:srgbClr val="1E3A6E"/>
          </a:solidFill>
          <a:ln w="25400">
            <a:solidFill>
              <a:srgbClr val="EA580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25" name="Shape 23"/>
          <p:cNvSpPr/>
          <p:nvPr/>
        </p:nvSpPr>
        <p:spPr>
          <a:xfrm>
            <a:off x="5577840" y="1828800"/>
            <a:ext cx="1554480" cy="3200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6" name="Text 24"/>
          <p:cNvSpPr/>
          <p:nvPr/>
        </p:nvSpPr>
        <p:spPr>
          <a:xfrm>
            <a:off x="5577840" y="1828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77840" y="2194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Hider Training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77840" y="26974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 steps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Evasion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132320" y="3063240"/>
            <a:ext cx="137160" cy="45720"/>
          </a:xfrm>
          <a:prstGeom prst="rect">
            <a:avLst/>
          </a:prstGeom>
          <a:solidFill>
            <a:srgbClr val="8BA3C7"/>
          </a:solidFill>
          <a:ln w="12700">
            <a:solidFill>
              <a:srgbClr val="8BA3C7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0" name="Shape 28"/>
          <p:cNvSpPr/>
          <p:nvPr/>
        </p:nvSpPr>
        <p:spPr>
          <a:xfrm>
            <a:off x="7315200" y="1828800"/>
            <a:ext cx="1554480" cy="2560320"/>
          </a:xfrm>
          <a:prstGeom prst="rect">
            <a:avLst/>
          </a:prstGeom>
          <a:solidFill>
            <a:srgbClr val="1E3A6E"/>
          </a:solidFill>
          <a:ln w="2540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31" name="Shape 29"/>
          <p:cNvSpPr/>
          <p:nvPr/>
        </p:nvSpPr>
        <p:spPr>
          <a:xfrm>
            <a:off x="7315200" y="1828800"/>
            <a:ext cx="1554480" cy="3200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2" name="Text 30"/>
          <p:cNvSpPr/>
          <p:nvPr/>
        </p:nvSpPr>
        <p:spPr>
          <a:xfrm>
            <a:off x="7315200" y="1828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0" y="2194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Self-Play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315200" y="26974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7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via Stable-Baselines3  |  2× parallel Godot instances (seeker)  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64592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828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Seeker Results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4572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training across 3 stages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2669" y="169164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0: Seeker reaches hider reliably from fixed positions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Generalises to random spawn positions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Navigates around walls to pursue hider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ep. length dropped from 180 → ~140 steps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increased steadily across all stages</a:t>
            </a:r>
            <a:endParaRPr lang="en-US" sz="13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45D03A1-9D1B-A45E-290E-A0F126EEA6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76161"/>
            <a:ext cx="3984171" cy="15608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F7C6A66-C524-B6A6-B1ED-AF549FFB3E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226" y="3282764"/>
            <a:ext cx="3986145" cy="156088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645920" cy="2560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828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Hider &amp; Dual Self-Play Results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4572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Emergent competitive behaviour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4114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1691640"/>
            <a:ext cx="4023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02336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Hider (left):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rate improved against trained seeker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to use walls and avoid open areas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402336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self-play (right):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agents continued improving - no dominant strategy emerged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Behaviours from reward signals alone - nothing hard-coded</a:t>
            </a:r>
            <a:endParaRPr lang="en-US" sz="1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005E16E-81FD-E559-2B62-537F63522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1691640"/>
            <a:ext cx="4114800" cy="218998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385EB4F-5AEC-52F7-E0DE-E41E2FDB72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664208"/>
            <a:ext cx="4023360" cy="120768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741EBE8-80DA-0BBE-3864-FFCB413D0D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78" y="2876252"/>
            <a:ext cx="4023361" cy="11427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64592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828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Challenges Solved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4572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encountered and how they were fixed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73152" cy="5303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9" name="Text 7"/>
          <p:cNvSpPr/>
          <p:nvPr/>
        </p:nvSpPr>
        <p:spPr>
          <a:xfrm>
            <a:off x="594360" y="172821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19110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too slow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7830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Godot RL Agents Sync node - 10× speed-up + 2× parallel envs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313432"/>
            <a:ext cx="82296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Shape 11"/>
          <p:cNvSpPr/>
          <p:nvPr/>
        </p:nvSpPr>
        <p:spPr>
          <a:xfrm>
            <a:off x="457200" y="2313432"/>
            <a:ext cx="73152" cy="530352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/>
          <p:nvPr/>
        </p:nvSpPr>
        <p:spPr>
          <a:xfrm>
            <a:off x="594360" y="235000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4360" y="25328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not working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240487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Replaced static reward with per-step distance-delta shaping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935224"/>
            <a:ext cx="82296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8" name="Shape 16"/>
          <p:cNvSpPr/>
          <p:nvPr/>
        </p:nvSpPr>
        <p:spPr>
          <a:xfrm>
            <a:off x="457200" y="2935224"/>
            <a:ext cx="73152" cy="5303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9" name="Text 17"/>
          <p:cNvSpPr/>
          <p:nvPr/>
        </p:nvSpPr>
        <p:spPr>
          <a:xfrm>
            <a:off x="594360" y="297180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94360" y="31546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E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Vision ray interference</a:t>
            </a:r>
            <a:endPara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291840" y="3026664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GB" sz="1200" dirty="0"/>
              <a:t>Assigned separate physics collision layers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557016"/>
            <a:ext cx="82296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3" name="Shape 21"/>
          <p:cNvSpPr/>
          <p:nvPr/>
        </p:nvSpPr>
        <p:spPr>
          <a:xfrm>
            <a:off x="457200" y="3557016"/>
            <a:ext cx="73152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4" name="Text 22"/>
          <p:cNvSpPr/>
          <p:nvPr/>
        </p:nvSpPr>
        <p:spPr>
          <a:xfrm>
            <a:off x="594360" y="359359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94360" y="37764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 too complex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91840" y="3648456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Removed strategic box use from scope - kept boxes as static cover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178808"/>
            <a:ext cx="82296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8" name="Shape 26"/>
          <p:cNvSpPr/>
          <p:nvPr/>
        </p:nvSpPr>
        <p:spPr>
          <a:xfrm>
            <a:off x="457200" y="4178808"/>
            <a:ext cx="73152" cy="5303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9" name="Text 27"/>
          <p:cNvSpPr/>
          <p:nvPr/>
        </p:nvSpPr>
        <p:spPr>
          <a:xfrm>
            <a:off x="594360" y="421538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94360" y="43982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Seeker stuck on walls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91840" y="427024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Added penalty when outer wall touched to encourage movement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82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645920" cy="2560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Was Achieved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4864" cy="4114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end-to-end RL system built from scratch - Godot + TCP bridge + Python training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93392"/>
            <a:ext cx="54864" cy="4114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Text 6"/>
          <p:cNvSpPr/>
          <p:nvPr/>
        </p:nvSpPr>
        <p:spPr>
          <a:xfrm>
            <a:off x="685800" y="1993392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Seeker trained across 3 curriculum stages - generalises to walls and random spawns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523744"/>
            <a:ext cx="54864" cy="4114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/>
          <p:nvPr/>
        </p:nvSpPr>
        <p:spPr>
          <a:xfrm>
            <a:off x="685800" y="2523744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Hider trained against frozen seeker - survival rate improved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054096"/>
            <a:ext cx="54864" cy="4114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2" name="Text 10"/>
          <p:cNvSpPr/>
          <p:nvPr/>
        </p:nvSpPr>
        <p:spPr>
          <a:xfrm>
            <a:off x="685800" y="3054096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self-play produced competitive adversarial behaviour - no strategies hard-coded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584448"/>
            <a:ext cx="54864" cy="4114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/>
          <p:nvPr/>
        </p:nvSpPr>
        <p:spPr>
          <a:xfrm>
            <a:off x="685800" y="3584448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automated tests, all passing - no Godot instance required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7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strategic box &amp; ramp use - moveable objects already in the game engine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41618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7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for Hide-and-Seek  |  Cathal Hardy  |  G00424572</a:t>
            </a:r>
            <a:endParaRPr lang="en-US" sz="1100" dirty="0"/>
          </a:p>
        </p:txBody>
      </p:sp>
      <p:pic>
        <p:nvPicPr>
          <p:cNvPr id="7" name="Screen Recording 2026-04-28 123848">
            <a:hlinkClick r:id="" action="ppaction://media"/>
            <a:extLst>
              <a:ext uri="{FF2B5EF4-FFF2-40B4-BE49-F238E27FC236}">
                <a16:creationId xmlns:a16="http://schemas.microsoft.com/office/drawing/2014/main" id="{C7117733-9884-E48A-9D8D-B277E4ED2DD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254035" y="341528"/>
            <a:ext cx="6377014" cy="3576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4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588</Words>
  <Application>Microsoft Office PowerPoint</Application>
  <PresentationFormat>On-screen Show (16:9)</PresentationFormat>
  <Paragraphs>123</Paragraphs>
  <Slides>10</Slides>
  <Notes>10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Reinforcement Learning for Hide-and-Seek</dc:title>
  <dc:subject>PptxGenJS Presentation</dc:subject>
  <dc:creator>Cathal Hardy</dc:creator>
  <cp:lastModifiedBy>CATHAL HARDY - STUDENT</cp:lastModifiedBy>
  <cp:revision>3</cp:revision>
  <dcterms:created xsi:type="dcterms:W3CDTF">2026-04-28T09:54:47Z</dcterms:created>
  <dcterms:modified xsi:type="dcterms:W3CDTF">2026-04-28T11:53:13Z</dcterms:modified>
</cp:coreProperties>
</file>